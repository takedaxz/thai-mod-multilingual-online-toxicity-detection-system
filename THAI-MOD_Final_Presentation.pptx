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0" y="0"/>
            <a:ext cx="5056632" cy="109728"/>
          </a:xfrm>
          <a:prstGeom prst="rect">
            <a:avLst/>
          </a:prstGeom>
          <a:solidFill>
            <a:srgbClr val="7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53D6A0"/>
                </a:solidFill>
              </a:rPr>
              <a:t>THAI-MOD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Multilingual Online Toxicity Detection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BD1"/>
                </a:solidFill>
              </a:rPr>
              <a:t>Term Project Final Presentation ·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🗃  8 Datasets  |  ~30K unique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2996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BD1"/>
                </a:solidFill>
              </a:rPr>
              <a:t>🤖  WangchanBERTa  |  TF-IDF + 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8833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FastAPI  |  Real-time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4670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BD1"/>
                </a:solidFill>
              </a:rPr>
              <a:t>📊  MLflow experiment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0050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🔍  PSI data drift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6634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BD1"/>
                </a:solidFill>
              </a:rPr>
              <a:t>🔐  Session-based auth + Admin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3218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GitHub Actions CI/CD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Online platforms suffer from toxic Thai and English content including hate speech, bullying, and offensive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Manual moderation is slow and inconsistent at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THAI-MOD is a binary toxicity classifier (Toxic vs Non-toxic) built as a human-in-the-loop decision support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It provides real-time scoring for moderators — the human always makes the final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723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Supports Thai, English, and code-switching (Thaiglish) text inputs.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564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End-to-end MLOps demonstration: data → training → API → monitoring → retraining.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02 · ARCHITECTURE  |  C4 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Context Diagram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65" y="1554480"/>
            <a:ext cx="28996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02 · ARCHITECTURE  |  C4 Level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Container Diagram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3369819"/>
            <a:ext cx="11430000" cy="1307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02 · ARCHITECTURE  |  C4 Level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 Component Diagram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039" y="1554480"/>
            <a:ext cx="44888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03 · DATA &amp;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 Pipeline Flow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172" y="1554480"/>
            <a:ext cx="323660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03 · DATA &amp;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Sources &amp;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Domain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Wisesight Sentiment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23,545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 Toxicity Tweet Corpus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Toxicity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2,160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15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HateThaiSent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 Speech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73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4,953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15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 Sentiment 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01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15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 Cyberbullying LGBT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01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87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Cyberbullying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73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16,749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15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Jigsaw Toxic Comments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01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87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Toxicity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73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159,571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51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5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 Speech SNS Dataset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01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87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 Speech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73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1,829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404104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8" y="5458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51760" y="5404104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15768" y="5458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 Speech &amp; Offensive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37760" y="5404104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01768" y="5458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23760" y="5404104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87768" y="5458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Hate Speech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9760" y="5404104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73768" y="5458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24,783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879592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5934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0" y="5879592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15768" y="5934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Combined (after dedup)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879592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01768" y="5934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23760" y="5879592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87768" y="5934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Binary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09760" y="5879592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73768" y="5934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~30,620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04 ·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Comparison — Test Set (n=6,124)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00200"/>
            <a:ext cx="2286000" cy="475488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655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324"/>
                </a:solidFill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WangchanBERTa (selected research)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0.891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075688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213055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PhayaThaiBERT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551176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260604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0.782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XLM-RoBERTa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15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0.775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0.678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026664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73768" y="308152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Linear SVC (Balanced)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15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01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502152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8" y="355701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0.790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Logistic Regression (deployed)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15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01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87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0.810⭐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3977640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73768" y="403250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LogReg threshold=0.3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15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01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0.770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87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4453128"/>
            <a:ext cx="2286000" cy="475488"/>
          </a:xfrm>
          <a:prstGeom prst="rect">
            <a:avLst/>
          </a:prstGeom>
          <a:solidFill>
            <a:srgbClr val="1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73768" y="450799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0.780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LogReg threshold=0.4 (default)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51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5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0.840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01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0.790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87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4928616"/>
            <a:ext cx="2286000" cy="475488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73768" y="4983480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0.790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04 ·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Recall is the Primary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Class imbalance: 73.9% non-toxic vs 26.1% toxic — pure accuracy is misleading.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A model predicting 'non-toxic' always would achieve ~74%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False Negative (FN): toxic comment reaches users → psychological harm, credibility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False Positive (FP): safe comment flagged → moderator reviews it → corrected with HITL.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Asymmetry of harm → prioritise Recall (minimise FN).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564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Supporting metric: F2-Score gives 2× weight to Recall over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Threshold tuned to 0.4 (from default 0.5) → improves Recall 0.74 → 0.79 keeping F1 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24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Uncertain zone (0.4–0.6 score) always routed to human review regardless of 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05 · USE CASE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Authentication Flow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01" y="1554480"/>
            <a:ext cx="712694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05 · MLOPS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Deployment, Automation &amp;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Serving layer: FastAPI backend + Static HTML/JS Moderator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Serving mode auto-selects WangchanBERTa (if artifact present) or falls back to LR.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Model served via /api/predict and /api/batch-predict — model-agnostic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883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GitHub Actions CI pipeline (.github/workflows/ci.yml):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72384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Triggers on every push and pull request to 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Runs pytest --cov ≥ 70%. Blocks merge if tests fail.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No LFS download in CI — fast mock bundle strategy; full suite &lt; 60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9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Candidate Retraining pipeline (LR): Train → Evaluate → Promote via Admin UI buttons.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43984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Background subprocess model: no downtime during training job.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05 · MLOPS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Candidate Retraining &amp; Promotion Flow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533" y="1554480"/>
            <a:ext cx="218588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06 · TESTING &amp;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58 automated tests across 4 test files covering the full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299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test_preprocessing.py (20 tests) — URL removal, emoji, case, edge cases, PyThaiNLP tokenizer.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140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test_dataset_prep.py (18 tests) — label mapping neg→1/neu→0, NaN handling, deduplication.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980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test_api.py (20 tests) — /api/health, /api/predict contract, threshold logic, 422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821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test_monitoring_service.py — MonitoringService summary and drift helpers.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Mock bundle strategy: no real training in CI, deterministic toxic_score=0.75.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502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Known Technical Debt: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34256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No BERT inference tests (GPU-dependent). Auth tests limited. perf/latency tests pending.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07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Drift Detection — PSI on Language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Fixed reference profile built from all 8 datasets (100 samples each, seed=42, ~800).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Language distribution in reference: Thai 55% | English 37.5% | Mixed 7.25% | Other 0.25%.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Live predictions logged as JSONL (text_length, toxicity_score, language_bucket — no raw text).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PSI computed on language-mix distribution shift: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&lt; 0.10 Healthy  |  0.10–0.20 Observe  |  0.20–0.35 Warning  |  ≥ 0.35 Degraded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564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Admin Panel shows: Drift State, PSI, Toxic Ratio trend, Language Mix shift., recent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Clear recent log button resets the window for a clean live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24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Performance degradation requires human-reviewed labels — PSI alone cannot confirm recall drop.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09 · RESPONSIBLE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Ethics, Privacy &amp; 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Privacy-first logging: ONLY metadata stored (text_length, language, score). NO raw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Complies with Thai PDPA data minimisation principle.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59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Human-in-the-loop everywhere: model flags, human decides. No auto-removal/auto-ban.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Explainability: deployed TF-IDF+LR model weights fully inspectable. BERT uses attention (limited).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Fairness gap: training data covers LGBT cyberbullying well; other target groups under-represented.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112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Model NOT appropriate for: law enforcement, automated enforcement, high-stakes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9534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Label noise: Datasets 1 &amp; 4 are sentiment datasets — negative opinion ≠ toxic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793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Evasion robustness gap: character substitution (อ_เ_ี้ย), new slang, dog whistles not handled.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D6A0"/>
                </a:solidFill>
              </a:rPr>
              <a:t>🎯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Flow (20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1. Authentication flow: navigate /admin while logged out → see /login redirect → sign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299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2. Analyzer UI (/):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14016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   Thai toxic: "ไอ้หน้าโง่ ออกไปให้พ้น" → expect FLAG_FOR_REVIEW, score &gt; 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   Mixed code-switch: "โคตร toxic เลย report มันไป" → borderline interesting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72384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   Non-toxic: "ขอบคุณมากนะครับ ทีมทำงานเก่งมาก" → ALLOW, low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1109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1"/>
                </a:solidFill>
              </a:rPr>
              <a:t>◦    English: "You are absolutely disgusting, go away" → FLAG_FOR_REVIEW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307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3. Admin Panel: navigate /admin → show model metrics, confusion matrix, dataset info.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4. Drift Demo: clear recent log → submit English-heavy batch → refresh → PSI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988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5. Retraining: click Train LR Candidate → Refresh Status → see Candidate Performance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82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• 6. Logout: click logout → confirm redirect back to /login.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3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91440"/>
          </a:xfrm>
          <a:prstGeom prst="rect">
            <a:avLst/>
          </a:prstGeom>
          <a:solidFill>
            <a:srgbClr val="7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D6A0"/>
                </a:solidFill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THAI-MOD — What We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8483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 public datasets aggregated, deduplicated, versioned with Git LFS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08483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WangchanBERTa fine-tuned (research) + TF-IDF+LR deployed baseline (0.81 recall)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06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FastAPI REST backend with session auth, prediction endpoints, background retraining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7180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0906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MLflow experiment tracking with full hyperparameter + metric logging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09651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PSI data-drift monitoring with language-mix reference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7764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09651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58 automated tests, GitHub Actions CI blocking bad merges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83480"/>
            <a:ext cx="5486400" cy="86868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10235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Privacy-first logging, HITL design, ethical use boundaries documented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3D6A0"/>
                </a:solidFill>
              </a:rPr>
              <a:t>Thank you!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